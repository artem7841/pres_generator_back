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84f4b7b4dd3f4e4f"/>
    <p:sldId id="257" r:id="R86696b23a5224755"/>
    <p:sldId id="258" r:id="R6487caade58b4e12"/>
    <p:sldId id="259" r:id="Rf8de55195f7346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3" /><Relationship Type="http://schemas.openxmlformats.org/officeDocument/2006/relationships/presProps" Target="presProps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5" /><Relationship Type="http://schemas.openxmlformats.org/officeDocument/2006/relationships/theme" Target="theme/theme1.xml" Id="rId4" /><Relationship Type="http://schemas.openxmlformats.org/officeDocument/2006/relationships/slide" Target="/ppt/slides/slide1.xml" Id="R84f4b7b4dd3f4e4f" /><Relationship Type="http://schemas.openxmlformats.org/officeDocument/2006/relationships/slide" Target="/ppt/slides/slide2.xml" Id="R86696b23a5224755" /><Relationship Type="http://schemas.openxmlformats.org/officeDocument/2006/relationships/slide" Target="/ppt/slides/slide3.xml" Id="R6487caade58b4e12" /><Relationship Type="http://schemas.openxmlformats.org/officeDocument/2006/relationships/slide" Target="/ppt/slides/slide4.xml" Id="Rf8de55195f734648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938DE-AF0F-29D5-1E23-DD81BDA33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69C3CF-D5FD-676D-D9CC-6F2789FF1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C1C90C-9D23-7649-2006-2588EDE1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A99330-03B3-1FD7-81B1-D291952E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C6F8AA-1DBB-1449-8709-C636394E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6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4DBA1-E117-679B-1685-C41DCF32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22C421-C5CF-82D9-2AB7-7E8C1429C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E50F59-8540-FE8C-1AD2-CC0EB9C1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73BE48-D90A-4D0B-DE7D-CA370E23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51334F-7A4B-303B-0C7F-19EE8084B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1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21686-A07E-DA95-AC24-C5814EE34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FA9B70-A30A-8D11-0B2F-EF2E3BD38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F4F194-943D-8F24-F6B5-AF7BCE41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2FFBC9-DB99-4D5D-1753-5AD8AEE6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D554BF-0DB3-E6E8-0B86-DB632CFA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8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23484-EABF-0C62-A280-7FD3C364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AD9963-AD3F-356A-638B-92FCAD63C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0856BC-5326-C339-01E2-C9461D697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7D1576-2FA6-473D-40CD-A0265452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234E95-7E4C-B0C7-D489-9AEC976CA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9B2976-3D8F-1B57-0014-92A50153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4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9124E-A59D-A8EA-DB06-97B4690B8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968FAD-74F9-EBFD-4BB2-46BE41D2B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A5EC4C-D6CE-F0C1-50D1-235AE3B32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9E57B8-A2E0-7755-A15D-94FACD925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109CD82-CEF1-0E04-D2F3-BEE71BC60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05F2BC-E5BA-0969-7014-2A4F3745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BC0A177-622B-6E30-08E7-89060D8E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BE0EDA9-4338-FEDD-3133-21FB3E2B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37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7516E-7FD3-067A-BF30-55EF2127E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F75570-813A-BE72-8326-8F0ED1077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20010D-1365-6042-83CC-0F025428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0CAA1AE-7DB5-2CEE-A400-98CA184E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23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40927F-CD01-D0E2-0370-6A594FB6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B500FE0-50FF-F7EF-0773-F7EAA813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717BF8-6FA2-C811-DD26-BBDDF8C8A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38281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AB6F6D-B6A4-0AC9-EC8F-6A7258AD3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DBE95A-AACF-7FAA-1DB2-FFD1B0F02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1705EF-DE7F-8FFF-5341-48C1DAA1C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7517DE-3BB9-05B7-3126-04903D3D2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BA6F57-564E-6FBA-6999-0D02B882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A06417-C48F-1C3C-70DD-40C295F1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6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7D693-EAC8-4621-DC76-39AF432A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3C0762-8CD0-98FA-8C08-BC6354400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4BE3B5-0375-C197-D117-379D87164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07D2D1-0895-DE71-56C7-2E22AA147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CF3E30-F97D-521B-98F8-93B09334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A84F89-165F-FF61-40DF-E65AF2BA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19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D7719-F858-0D98-47DE-4B3653E6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14AE1E-471B-51BA-2A7B-D5519838B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54FC03-29E8-90FC-5C5F-89FDFD10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67E306-509E-3B32-130E-9FD47888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041592-29FD-89C0-EF5C-50528D51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6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F6871F9-7EC6-F77A-2FE7-17EE51CE19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1DC11A-C95B-D19D-7D16-824016DCE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1158A3-94D2-38FE-7869-F8AD451A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ABD41E-5F08-BF8B-B2C8-873320DE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CC9B33-0CC1-C4A8-74D8-1CBFBCF7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2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2DDF1-0E8A-3124-4FEF-C25C5B8B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4C0636-B430-0C3A-10CF-977828CBC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B7146A-11CB-845D-6E81-AB4341124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9C7B8-B162-48C2-BC86-F8002A6CFF8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3BF1AF-604C-8126-C058-0B8BD8DDD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38D4F0-F215-0B35-6220-58CA7EF1D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0411B-ACCA-44CD-8C63-03F41AD02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4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046d9f256ed47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c6f549452b442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2e87515d0a347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efd4bd78f04416a" /></Relationships>
</file>

<file path=ppt/slides/slide1.xml><?xml version="1.0" encoding="utf-8"?>
<p:sld xmlns:p="http://schemas.openxmlformats.org/presentationml/2006/main">
  <p:cSld name="Объект с подписью">
    <p:bg>
      <p:bgPr>
        <a:gradFill xmlns:a="http://schemas.openxmlformats.org/drawingml/2006/main">
          <a:gsLst>
            <a:gs pos="0">
              <a:srgbClr val="2E86AB"/>
            </a:gs>
            <a:gs pos="100000">
              <a:srgbClr val="1B4F72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" name="Text_1"/>
          <p:cNvSpPr/>
          <p:nvPr/>
        </p:nvSpPr>
        <p:spPr>
          <a:xfrm xmlns:a="http://schemas.openxmlformats.org/drawingml/2006/main">
            <a:off x="952500" y="1428750"/>
            <a:ext cx="10287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lang="ru-RU" sz="5270" b="0">
                <a:latin typeface="Arial"/>
              </a:rPr>
              <a:t>Москва — столица России</a:t>
            </a:r>
          </a:p>
        </p:txBody>
      </p:sp>
      <p:sp>
        <p:nvSpPr>
          <p:cNvPr id="2" name="Text_2"/>
          <p:cNvSpPr/>
          <p:nvPr/>
        </p:nvSpPr>
        <p:spPr>
          <a:xfrm xmlns:a="http://schemas.openxmlformats.org/drawingml/2006/main">
            <a:off x="952500" y="2857500"/>
            <a:ext cx="102870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E0E0E0"/>
                </a:solidFill>
              </a:defRPr>
            </a:pPr>
            <a:r>
              <a:rPr lang="ru-RU" sz="2720" b="0">
                <a:latin typeface="Arial"/>
              </a:rPr>
              <a:t>Один из крупнейших городов мира и важнейший центр политики,
экономики, культуры и образования страны. Город расположен
в центральной части России и объединяет множество районов
с разным характером и историей.</a:t>
            </a:r>
          </a:p>
        </p:txBody>
      </p:sp>
    </p:spTree>
    <p:extLst>
      <p:ext uri="{BB962C8B-B14F-4D97-AF65-F5344CB8AC3E}">
        <p14:creationId xmlns:p14="http://schemas.microsoft.com/office/powerpoint/2010/main" val="3336565360"/>
      </p:ext>
    </p:extLst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Объект с подписью">
    <p:bg>
      <p:bgPr>
        <a:gradFill xmlns:a="http://schemas.openxmlformats.org/drawingml/2006/main">
          <a:gsLst>
            <a:gs pos="0">
              <a:srgbClr val="28B463"/>
            </a:gs>
            <a:gs pos="100000">
              <a:srgbClr val="186A3B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" name="Text_1"/>
          <p:cNvSpPr/>
          <p:nvPr/>
        </p:nvSpPr>
        <p:spPr>
          <a:xfrm xmlns:a="http://schemas.openxmlformats.org/drawingml/2006/main">
            <a:off x="952500" y="762000"/>
            <a:ext cx="10287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lang="ru-RU" sz="4590" b="0">
                <a:latin typeface="Arial"/>
              </a:rPr>
              <a:t>Культурное и научное наследие</a:t>
            </a:r>
          </a:p>
        </p:txBody>
      </p:sp>
      <p:sp>
        <p:nvSpPr>
          <p:cNvPr id="2" name="Text_2"/>
          <p:cNvSpPr/>
          <p:nvPr/>
        </p:nvSpPr>
        <p:spPr>
          <a:xfrm xmlns:a="http://schemas.openxmlformats.org/drawingml/2006/main">
            <a:off x="952500" y="1905000"/>
            <a:ext cx="10287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lang="ru-RU" sz="2550" b="0">
                <a:latin typeface="Arial"/>
              </a:rPr>
              <a:t>Кремль, Красная площадь, соборы, музеи и театры — центр притяжения мира.
Здесь развиваются ведущие научные организации, технологии и бизнес.</a:t>
            </a:r>
          </a:p>
        </p:txBody>
      </p:sp>
    </p:spTree>
    <p:extLst>
      <p:ext uri="{BB962C8B-B14F-4D97-AF65-F5344CB8AC3E}">
        <p14:creationId xmlns:p14="http://schemas.microsoft.com/office/powerpoint/2010/main" val="3336565360"/>
      </p:ext>
    </p:extLst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Объект с подписью">
    <p:bg>
      <p:bgPr>
        <a:gradFill xmlns:a="http://schemas.openxmlformats.org/drawingml/2006/main">
          <a:gsLst>
            <a:gs pos="0">
              <a:srgbClr val="A04000"/>
            </a:gs>
            <a:gs pos="100000">
              <a:srgbClr val="6E2C00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" name="Text_1"/>
          <p:cNvSpPr/>
          <p:nvPr/>
        </p:nvSpPr>
        <p:spPr>
          <a:xfrm xmlns:a="http://schemas.openxmlformats.org/drawingml/2006/main">
            <a:off x="952500" y="762000"/>
            <a:ext cx="10287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lang="ru-RU" sz="4590" b="0">
                <a:latin typeface="Arial"/>
              </a:rPr>
              <a:t>Инфраструктура и развитие</a:t>
            </a:r>
          </a:p>
        </p:txBody>
      </p:sp>
      <p:graphicFrame>
        <p:nvGraphicFramePr>
          <p:cNvPr id="2" name="Table_2"/>
          <p:cNvGraphicFramePr/>
          <p:nvPr/>
        </p:nvGraphicFramePr>
        <p:xfrm>
          <a:off xmlns:a="http://schemas.openxmlformats.org/drawingml/2006/main" x="952500" y="1905000"/>
          <a:ext xmlns:a="http://schemas.openxmlformats.org/drawingml/2006/main" cx="102870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0000"/>
                <a:gridCol w="9880000"/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Сфера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</a:rPr>
                        <a:t>Описание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DDD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Транспорт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Метро, современные магистрали и общественные сервисы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Проекты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Деловые форумы и международное сотрудничество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Мероприятия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Массовые городские события для жителей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6565360"/>
      </p:ext>
    </p:extLst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Объект с подписью">
    <p:bg>
      <p:bgPr>
        <a:gradFill xmlns:a="http://schemas.openxmlformats.org/drawingml/2006/main">
          <a:gsLst>
            <a:gs pos="0">
              <a:srgbClr val="5D6D7E"/>
            </a:gs>
            <a:gs pos="100000">
              <a:srgbClr val="2C3E50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" name="Text_1"/>
          <p:cNvSpPr/>
          <p:nvPr/>
        </p:nvSpPr>
        <p:spPr>
          <a:xfrm xmlns:a="http://schemas.openxmlformats.org/drawingml/2006/main">
            <a:off x="952500" y="2381250"/>
            <a:ext cx="10287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lang="ru-RU" sz="5270" b="0">
                <a:latin typeface="Arial"/>
              </a:rPr>
              <a:t>Город контрастов</a:t>
            </a:r>
          </a:p>
        </p:txBody>
      </p:sp>
      <p:sp>
        <p:nvSpPr>
          <p:cNvPr id="2" name="Text_2"/>
          <p:cNvSpPr/>
          <p:nvPr/>
        </p:nvSpPr>
        <p:spPr>
          <a:xfrm xmlns:a="http://schemas.openxmlformats.org/drawingml/2006/main">
            <a:off x="952500" y="3810000"/>
            <a:ext cx="10287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E0E0E0"/>
                </a:solidFill>
              </a:defRPr>
            </a:pPr>
            <a:r>
              <a:rPr lang="ru-RU" sz="2720" b="0">
                <a:latin typeface="Arial"/>
              </a:rPr>
              <a:t>Современная деловая застройка соседствует с историей, а динамичный
ритм мегаполиса гармонирует с парками. Москва продолжает развиваться,
храня связь с наследием и традициями.</a:t>
            </a:r>
          </a:p>
        </p:txBody>
      </p:sp>
    </p:spTree>
    <p:extLst>
      <p:ext uri="{BB962C8B-B14F-4D97-AF65-F5344CB8AC3E}">
        <p14:creationId xmlns:p14="http://schemas.microsoft.com/office/powerpoint/2010/main" val="3336565360"/>
      </p:ext>
    </p:extLst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Тема Office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Зубков</dc:creator>
  <cp:lastModifiedBy>Артём Зубков</cp:lastModifiedBy>
  <cp:revision>12</cp:revision>
  <dcterms:created xsi:type="dcterms:W3CDTF">2026-03-27T15:40:26Z</dcterms:created>
  <dcterms:modified xsi:type="dcterms:W3CDTF">2026-04-03T06:57:45Z</dcterms:modified>
</cp:coreProperties>
</file>