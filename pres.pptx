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E938DE-AF0F-29D5-1E23-DD81BDA33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69C3CF-D5FD-676D-D9CC-6F2789FF1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C1C90C-9D23-7649-2006-2588EDE1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A99330-03B3-1FD7-81B1-D291952E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C6F8AA-1DBB-1449-8709-C636394E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6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4DBA1-E117-679B-1685-C41DCF32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22C421-C5CF-82D9-2AB7-7E8C1429C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E50F59-8540-FE8C-1AD2-CC0EB9C1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73BE48-D90A-4D0B-DE7D-CA370E23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51334F-7A4B-303B-0C7F-19EE8084B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1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21686-A07E-DA95-AC24-C5814EE34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FA9B70-A30A-8D11-0B2F-EF2E3BD38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F4F194-943D-8F24-F6B5-AF7BCE41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2FFBC9-DB99-4D5D-1753-5AD8AEE62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D554BF-0DB3-E6E8-0B86-DB632CFA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8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23484-EABF-0C62-A280-7FD3C364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AD9963-AD3F-356A-638B-92FCAD63C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0856BC-5326-C339-01E2-C9461D697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7D1576-2FA6-473D-40CD-A0265452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234E95-7E4C-B0C7-D489-9AEC976CA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9B2976-3D8F-1B57-0014-92A50153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4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9124E-A59D-A8EA-DB06-97B4690B8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968FAD-74F9-EBFD-4BB2-46BE41D2B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A5EC4C-D6CE-F0C1-50D1-235AE3B32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9E57B8-A2E0-7755-A15D-94FACD925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109CD82-CEF1-0E04-D2F3-BEE71BC60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05F2BC-E5BA-0969-7014-2A4F3745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BC0A177-622B-6E30-08E7-89060D8E9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BE0EDA9-4338-FEDD-3133-21FB3E2B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237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7516E-7FD3-067A-BF30-55EF2127E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F75570-813A-BE72-8326-8F0ED1077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20010D-1365-6042-83CC-0F025428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0CAA1AE-7DB5-2CEE-A400-98CA184E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23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340927F-CD01-D0E2-0370-6A594FB6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B500FE0-50FF-F7EF-0773-F7EAA813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717BF8-6FA2-C811-DD26-BBDDF8C8A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38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B6F6D-B6A4-0AC9-EC8F-6A7258AD3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DBE95A-AACF-7FAA-1DB2-FFD1B0F02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1705EF-DE7F-8FFF-5341-48C1DAA1C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7517DE-3BB9-05B7-3126-04903D3D2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BA6F57-564E-6FBA-6999-0D02B882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A06417-C48F-1C3C-70DD-40C295F1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6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D7D693-EAC8-4621-DC76-39AF432A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63C0762-8CD0-98FA-8C08-BC6354400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4BE3B5-0375-C197-D117-379D87164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07D2D1-0895-DE71-56C7-2E22AA147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CF3E30-F97D-521B-98F8-93B09334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A84F89-165F-FF61-40DF-E65AF2BA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19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D7719-F858-0D98-47DE-4B3653E6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14AE1E-471B-51BA-2A7B-D5519838B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54FC03-29E8-90FC-5C5F-89FDFD10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67E306-509E-3B32-130E-9FD478889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041592-29FD-89C0-EF5C-50528D51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6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F6871F9-7EC6-F77A-2FE7-17EE51CE19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1DC11A-C95B-D19D-7D16-824016DCE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1158A3-94D2-38FE-7869-F8AD451A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ABD41E-5F08-BF8B-B2C8-873320DEF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CC9B33-0CC1-C4A8-74D8-1CBFBCF7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2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42DDF1-0E8A-3124-4FEF-C25C5B8B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4C0636-B430-0C3A-10CF-977828CBC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B7146A-11CB-845D-6E81-AB4341124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3BF1AF-604C-8126-C058-0B8BD8DDD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38D4F0-F215-0B35-6220-58CA7EF1D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4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Тема Office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Артём Зубков</dc:creator>
  <cp:lastModifiedBy>Артём Зубков</cp:lastModifiedBy>
  <cp:revision>12</cp:revision>
  <dcterms:created xsi:type="dcterms:W3CDTF">2026-03-27T15:40:26Z</dcterms:created>
  <dcterms:modified xsi:type="dcterms:W3CDTF">2026-04-03T06:57:45Z</dcterms:modified>
</cp:coreProperties>
</file>